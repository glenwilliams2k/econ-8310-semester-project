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3" r:id="rId4"/>
    <p:sldId id="258" r:id="rId5"/>
    <p:sldId id="260" r:id="rId6"/>
    <p:sldId id="262" r:id="rId7"/>
    <p:sldId id="264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len Williams" initials="GW" lastIdx="1" clrIdx="0">
    <p:extLst>
      <p:ext uri="{19B8F6BF-5375-455C-9EA6-DF929625EA0E}">
        <p15:presenceInfo xmlns:p15="http://schemas.microsoft.com/office/powerpoint/2012/main" userId="S-1-5-21-3376214329-1953657329-2723475018-2694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B12722-B9DD-407F-B855-105C94E745DD}" v="2" dt="2025-12-09T01:17:42.23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58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W." userId="f8708d816c227c3c" providerId="LiveId" clId="{1D608B24-7B45-4E82-8ABC-A53164E511E9}"/>
    <pc:docChg chg="undo custSel delSld modSld">
      <pc:chgData name="Joel W." userId="f8708d816c227c3c" providerId="LiveId" clId="{1D608B24-7B45-4E82-8ABC-A53164E511E9}" dt="2025-12-09T01:18:19.329" v="31" actId="403"/>
      <pc:docMkLst>
        <pc:docMk/>
      </pc:docMkLst>
      <pc:sldChg chg="addSp modSp mod setBg addAnim">
        <pc:chgData name="Joel W." userId="f8708d816c227c3c" providerId="LiveId" clId="{1D608B24-7B45-4E82-8ABC-A53164E511E9}" dt="2025-12-09T01:15:39.571" v="2"/>
        <pc:sldMkLst>
          <pc:docMk/>
          <pc:sldMk cId="0" sldId="256"/>
        </pc:sldMkLst>
        <pc:spChg chg="mo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2" creationId="{00000000-0000-0000-0000-000000000000}"/>
          </ac:spMkLst>
        </pc:spChg>
        <pc:spChg chg="mo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3" creationId="{00000000-0000-0000-0000-000000000000}"/>
          </ac:spMkLst>
        </pc:spChg>
        <pc:spChg chg="ad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9" creationId="{4D60F200-5EB0-B223-2439-C96C67F0FEE1}"/>
          </ac:spMkLst>
        </pc:spChg>
        <pc:spChg chg="ad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11" creationId="{F92CB243-67C5-E304-31A0-4D7D607BAFBA}"/>
          </ac:spMkLst>
        </pc:spChg>
        <pc:spChg chg="ad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13" creationId="{11A95761-C93E-94BF-087D-D2A823789EAB}"/>
          </ac:spMkLst>
        </pc:spChg>
        <pc:spChg chg="add">
          <ac:chgData name="Joel W." userId="f8708d816c227c3c" providerId="LiveId" clId="{1D608B24-7B45-4E82-8ABC-A53164E511E9}" dt="2025-12-09T01:15:39.556" v="0" actId="26606"/>
          <ac:spMkLst>
            <pc:docMk/>
            <pc:sldMk cId="0" sldId="256"/>
            <ac:spMk id="15" creationId="{6E63D1A5-FD49-4756-F62E-786C34E631EF}"/>
          </ac:spMkLst>
        </pc:spChg>
        <pc:picChg chg="add">
          <ac:chgData name="Joel W." userId="f8708d816c227c3c" providerId="LiveId" clId="{1D608B24-7B45-4E82-8ABC-A53164E511E9}" dt="2025-12-09T01:15:39.556" v="0" actId="26606"/>
          <ac:picMkLst>
            <pc:docMk/>
            <pc:sldMk cId="0" sldId="256"/>
            <ac:picMk id="5" creationId="{F7E26319-2089-C08A-1D62-89EC98CBEAD3}"/>
          </ac:picMkLst>
        </pc:picChg>
      </pc:sldChg>
      <pc:sldChg chg="addSp modSp mod setBg">
        <pc:chgData name="Joel W." userId="f8708d816c227c3c" providerId="LiveId" clId="{1D608B24-7B45-4E82-8ABC-A53164E511E9}" dt="2025-12-09T01:15:45.893" v="3" actId="26606"/>
        <pc:sldMkLst>
          <pc:docMk/>
          <pc:sldMk cId="0" sldId="257"/>
        </pc:sldMkLst>
        <pc:spChg chg="mod">
          <ac:chgData name="Joel W." userId="f8708d816c227c3c" providerId="LiveId" clId="{1D608B24-7B45-4E82-8ABC-A53164E511E9}" dt="2025-12-09T01:15:45.893" v="3" actId="26606"/>
          <ac:spMkLst>
            <pc:docMk/>
            <pc:sldMk cId="0" sldId="257"/>
            <ac:spMk id="2" creationId="{00000000-0000-0000-0000-000000000000}"/>
          </ac:spMkLst>
        </pc:spChg>
        <pc:spChg chg="mod">
          <ac:chgData name="Joel W." userId="f8708d816c227c3c" providerId="LiveId" clId="{1D608B24-7B45-4E82-8ABC-A53164E511E9}" dt="2025-12-09T01:15:45.893" v="3" actId="26606"/>
          <ac:spMkLst>
            <pc:docMk/>
            <pc:sldMk cId="0" sldId="257"/>
            <ac:spMk id="3" creationId="{00000000-0000-0000-0000-000000000000}"/>
          </ac:spMkLst>
        </pc:spChg>
        <pc:spChg chg="add">
          <ac:chgData name="Joel W." userId="f8708d816c227c3c" providerId="LiveId" clId="{1D608B24-7B45-4E82-8ABC-A53164E511E9}" dt="2025-12-09T01:15:45.893" v="3" actId="26606"/>
          <ac:spMkLst>
            <pc:docMk/>
            <pc:sldMk cId="0" sldId="257"/>
            <ac:spMk id="9" creationId="{C0763A76-9F1C-4FC5-82B7-DD475DA461B2}"/>
          </ac:spMkLst>
        </pc:spChg>
        <pc:spChg chg="add">
          <ac:chgData name="Joel W." userId="f8708d816c227c3c" providerId="LiveId" clId="{1D608B24-7B45-4E82-8ABC-A53164E511E9}" dt="2025-12-09T01:15:45.893" v="3" actId="26606"/>
          <ac:spMkLst>
            <pc:docMk/>
            <pc:sldMk cId="0" sldId="257"/>
            <ac:spMk id="11" creationId="{E81BF4F6-F2CF-4984-9D14-D6966D92F99F}"/>
          </ac:spMkLst>
        </pc:spChg>
        <pc:picChg chg="add">
          <ac:chgData name="Joel W." userId="f8708d816c227c3c" providerId="LiveId" clId="{1D608B24-7B45-4E82-8ABC-A53164E511E9}" dt="2025-12-09T01:15:45.893" v="3" actId="26606"/>
          <ac:picMkLst>
            <pc:docMk/>
            <pc:sldMk cId="0" sldId="257"/>
            <ac:picMk id="5" creationId="{AE906434-1EE2-040D-8EF0-8B76C64B1254}"/>
          </ac:picMkLst>
        </pc:picChg>
      </pc:sldChg>
      <pc:sldChg chg="addSp delSp modSp mod setBg">
        <pc:chgData name="Joel W." userId="f8708d816c227c3c" providerId="LiveId" clId="{1D608B24-7B45-4E82-8ABC-A53164E511E9}" dt="2025-12-09T01:17:09.714" v="18" actId="26606"/>
        <pc:sldMkLst>
          <pc:docMk/>
          <pc:sldMk cId="0" sldId="258"/>
        </pc:sldMkLst>
        <pc:spChg chg="mod ord">
          <ac:chgData name="Joel W." userId="f8708d816c227c3c" providerId="LiveId" clId="{1D608B24-7B45-4E82-8ABC-A53164E511E9}" dt="2025-12-09T01:17:09.714" v="18" actId="26606"/>
          <ac:spMkLst>
            <pc:docMk/>
            <pc:sldMk cId="0" sldId="258"/>
            <ac:spMk id="2" creationId="{00000000-0000-0000-0000-000000000000}"/>
          </ac:spMkLst>
        </pc:spChg>
        <pc:spChg chg="add del mod">
          <ac:chgData name="Joel W." userId="f8708d816c227c3c" providerId="LiveId" clId="{1D608B24-7B45-4E82-8ABC-A53164E511E9}" dt="2025-12-09T01:17:09.714" v="18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oel W." userId="f8708d816c227c3c" providerId="LiveId" clId="{1D608B24-7B45-4E82-8ABC-A53164E511E9}" dt="2025-12-09T01:17:09.695" v="17" actId="26606"/>
          <ac:spMkLst>
            <pc:docMk/>
            <pc:sldMk cId="0" sldId="258"/>
            <ac:spMk id="7" creationId="{F5897CCA-486C-491C-B4C1-5E5C95A82709}"/>
          </ac:spMkLst>
        </pc:spChg>
        <pc:spChg chg="add del">
          <ac:chgData name="Joel W." userId="f8708d816c227c3c" providerId="LiveId" clId="{1D608B24-7B45-4E82-8ABC-A53164E511E9}" dt="2025-12-09T01:16:43.041" v="11" actId="26606"/>
          <ac:spMkLst>
            <pc:docMk/>
            <pc:sldMk cId="0" sldId="258"/>
            <ac:spMk id="10" creationId="{E51BA4DF-2BD4-4EC2-B1DB-B27C8AC71864}"/>
          </ac:spMkLst>
        </pc:spChg>
        <pc:spChg chg="add">
          <ac:chgData name="Joel W." userId="f8708d816c227c3c" providerId="LiveId" clId="{1D608B24-7B45-4E82-8ABC-A53164E511E9}" dt="2025-12-09T01:17:09.714" v="18" actId="26606"/>
          <ac:spMkLst>
            <pc:docMk/>
            <pc:sldMk cId="0" sldId="258"/>
            <ac:spMk id="11" creationId="{F13BE4D7-0C3D-4906-B230-A1C5B4665CCF}"/>
          </ac:spMkLst>
        </pc:spChg>
        <pc:spChg chg="add">
          <ac:chgData name="Joel W." userId="f8708d816c227c3c" providerId="LiveId" clId="{1D608B24-7B45-4E82-8ABC-A53164E511E9}" dt="2025-12-09T01:17:09.714" v="18" actId="26606"/>
          <ac:spMkLst>
            <pc:docMk/>
            <pc:sldMk cId="0" sldId="258"/>
            <ac:spMk id="12" creationId="{AE2B703B-46F9-481A-A605-82E2A828C4FA}"/>
          </ac:spMkLst>
        </pc:spChg>
        <pc:spChg chg="add del">
          <ac:chgData name="Joel W." userId="f8708d816c227c3c" providerId="LiveId" clId="{1D608B24-7B45-4E82-8ABC-A53164E511E9}" dt="2025-12-09T01:16:40.919" v="9" actId="26606"/>
          <ac:spMkLst>
            <pc:docMk/>
            <pc:sldMk cId="0" sldId="258"/>
            <ac:spMk id="15" creationId="{B50AB553-2A96-4A92-96F2-93548E096954}"/>
          </ac:spMkLst>
        </pc:spChg>
        <pc:graphicFrameChg chg="add del mod modGraphic">
          <ac:chgData name="Joel W." userId="f8708d816c227c3c" providerId="LiveId" clId="{1D608B24-7B45-4E82-8ABC-A53164E511E9}" dt="2025-12-09T01:16:43.041" v="11" actId="26606"/>
          <ac:graphicFrameMkLst>
            <pc:docMk/>
            <pc:sldMk cId="0" sldId="258"/>
            <ac:graphicFrameMk id="5" creationId="{85A0A663-DBB0-1DE8-1D9C-51E83C948923}"/>
          </ac:graphicFrameMkLst>
        </pc:graphicFrameChg>
        <pc:graphicFrameChg chg="add del">
          <ac:chgData name="Joel W." userId="f8708d816c227c3c" providerId="LiveId" clId="{1D608B24-7B45-4E82-8ABC-A53164E511E9}" dt="2025-12-09T01:17:09.695" v="17" actId="26606"/>
          <ac:graphicFrameMkLst>
            <pc:docMk/>
            <pc:sldMk cId="0" sldId="258"/>
            <ac:graphicFrameMk id="9" creationId="{0F72C490-5ED3-860A-B146-1DE04406E222}"/>
          </ac:graphicFrameMkLst>
        </pc:graphicFrameChg>
        <pc:graphicFrameChg chg="add">
          <ac:chgData name="Joel W." userId="f8708d816c227c3c" providerId="LiveId" clId="{1D608B24-7B45-4E82-8ABC-A53164E511E9}" dt="2025-12-09T01:17:09.714" v="18" actId="26606"/>
          <ac:graphicFrameMkLst>
            <pc:docMk/>
            <pc:sldMk cId="0" sldId="258"/>
            <ac:graphicFrameMk id="13" creationId="{7123F556-5EBF-E4F9-0746-32AB5946093F}"/>
          </ac:graphicFrameMkLst>
        </pc:graphicFrameChg>
        <pc:picChg chg="add del mod">
          <ac:chgData name="Joel W." userId="f8708d816c227c3c" providerId="LiveId" clId="{1D608B24-7B45-4E82-8ABC-A53164E511E9}" dt="2025-12-09T01:16:43.041" v="11" actId="26606"/>
          <ac:picMkLst>
            <pc:docMk/>
            <pc:sldMk cId="0" sldId="258"/>
            <ac:picMk id="6" creationId="{D4CD5B0A-84FD-7A77-AA97-B79198F1F34F}"/>
          </ac:picMkLst>
        </pc:picChg>
        <pc:picChg chg="add del">
          <ac:chgData name="Joel W." userId="f8708d816c227c3c" providerId="LiveId" clId="{1D608B24-7B45-4E82-8ABC-A53164E511E9}" dt="2025-12-09T01:17:09.695" v="17" actId="26606"/>
          <ac:picMkLst>
            <pc:docMk/>
            <pc:sldMk cId="0" sldId="258"/>
            <ac:picMk id="8" creationId="{584034E0-960D-C25E-EF95-284AD8AD7F1C}"/>
          </ac:picMkLst>
        </pc:picChg>
      </pc:sldChg>
      <pc:sldChg chg="addSp delSp modSp del mod setBg">
        <pc:chgData name="Joel W." userId="f8708d816c227c3c" providerId="LiveId" clId="{1D608B24-7B45-4E82-8ABC-A53164E511E9}" dt="2025-12-09T01:16:55.594" v="15" actId="47"/>
        <pc:sldMkLst>
          <pc:docMk/>
          <pc:sldMk cId="0" sldId="259"/>
        </pc:sldMkLst>
        <pc:spChg chg="mod">
          <ac:chgData name="Joel W." userId="f8708d816c227c3c" providerId="LiveId" clId="{1D608B24-7B45-4E82-8ABC-A53164E511E9}" dt="2025-12-09T01:16:42.232" v="10" actId="26606"/>
          <ac:spMkLst>
            <pc:docMk/>
            <pc:sldMk cId="0" sldId="259"/>
            <ac:spMk id="2" creationId="{00000000-0000-0000-0000-000000000000}"/>
          </ac:spMkLst>
        </pc:spChg>
        <pc:spChg chg="add del">
          <ac:chgData name="Joel W." userId="f8708d816c227c3c" providerId="LiveId" clId="{1D608B24-7B45-4E82-8ABC-A53164E511E9}" dt="2025-12-09T01:16:42.232" v="10" actId="26606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oel W." userId="f8708d816c227c3c" providerId="LiveId" clId="{1D608B24-7B45-4E82-8ABC-A53164E511E9}" dt="2025-12-09T01:16:42.232" v="10" actId="26606"/>
          <ac:spMkLst>
            <pc:docMk/>
            <pc:sldMk cId="0" sldId="259"/>
            <ac:spMk id="9" creationId="{AE2B703B-46F9-481A-A605-82E2A828C4FA}"/>
          </ac:spMkLst>
        </pc:spChg>
        <pc:spChg chg="add del">
          <ac:chgData name="Joel W." userId="f8708d816c227c3c" providerId="LiveId" clId="{1D608B24-7B45-4E82-8ABC-A53164E511E9}" dt="2025-12-09T01:16:42.232" v="10" actId="26606"/>
          <ac:spMkLst>
            <pc:docMk/>
            <pc:sldMk cId="0" sldId="259"/>
            <ac:spMk id="11" creationId="{F13BE4D7-0C3D-4906-B230-A1C5B4665CCF}"/>
          </ac:spMkLst>
        </pc:spChg>
        <pc:graphicFrameChg chg="add del">
          <ac:chgData name="Joel W." userId="f8708d816c227c3c" providerId="LiveId" clId="{1D608B24-7B45-4E82-8ABC-A53164E511E9}" dt="2025-12-09T01:16:42.232" v="10" actId="26606"/>
          <ac:graphicFrameMkLst>
            <pc:docMk/>
            <pc:sldMk cId="0" sldId="259"/>
            <ac:graphicFrameMk id="5" creationId="{91100152-E3B8-A1D6-12DB-026B7E4A53B1}"/>
          </ac:graphicFrameMkLst>
        </pc:graphicFrameChg>
      </pc:sldChg>
      <pc:sldChg chg="addSp delSp modSp mod setBg">
        <pc:chgData name="Joel W." userId="f8708d816c227c3c" providerId="LiveId" clId="{1D608B24-7B45-4E82-8ABC-A53164E511E9}" dt="2025-12-09T01:17:59.473" v="27" actId="26606"/>
        <pc:sldMkLst>
          <pc:docMk/>
          <pc:sldMk cId="0" sldId="260"/>
        </pc:sldMkLst>
        <pc:spChg chg="mod">
          <ac:chgData name="Joel W." userId="f8708d816c227c3c" providerId="LiveId" clId="{1D608B24-7B45-4E82-8ABC-A53164E511E9}" dt="2025-12-09T01:17:59.473" v="27" actId="26606"/>
          <ac:spMkLst>
            <pc:docMk/>
            <pc:sldMk cId="0" sldId="260"/>
            <ac:spMk id="2" creationId="{00000000-0000-0000-0000-000000000000}"/>
          </ac:spMkLst>
        </pc:spChg>
        <pc:spChg chg="add del mod">
          <ac:chgData name="Joel W." userId="f8708d816c227c3c" providerId="LiveId" clId="{1D608B24-7B45-4E82-8ABC-A53164E511E9}" dt="2025-12-09T01:17:59.473" v="27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oel W." userId="f8708d816c227c3c" providerId="LiveId" clId="{1D608B24-7B45-4E82-8ABC-A53164E511E9}" dt="2025-12-09T01:17:34.605" v="20" actId="26606"/>
          <ac:spMkLst>
            <pc:docMk/>
            <pc:sldMk cId="0" sldId="260"/>
            <ac:spMk id="9" creationId="{5C8908E2-EE49-44D2-9428-A28D2312A8D5}"/>
          </ac:spMkLst>
        </pc:spChg>
        <pc:spChg chg="add">
          <ac:chgData name="Joel W." userId="f8708d816c227c3c" providerId="LiveId" clId="{1D608B24-7B45-4E82-8ABC-A53164E511E9}" dt="2025-12-09T01:17:59.473" v="27" actId="26606"/>
          <ac:spMkLst>
            <pc:docMk/>
            <pc:sldMk cId="0" sldId="260"/>
            <ac:spMk id="10" creationId="{59A309A7-1751-4ABE-A3C1-EEC40366AD89}"/>
          </ac:spMkLst>
        </pc:spChg>
        <pc:spChg chg="add">
          <ac:chgData name="Joel W." userId="f8708d816c227c3c" providerId="LiveId" clId="{1D608B24-7B45-4E82-8ABC-A53164E511E9}" dt="2025-12-09T01:17:59.473" v="27" actId="26606"/>
          <ac:spMkLst>
            <pc:docMk/>
            <pc:sldMk cId="0" sldId="260"/>
            <ac:spMk id="12" creationId="{967D8EB6-EAE1-4F9C-B398-83321E287204}"/>
          </ac:spMkLst>
        </pc:spChg>
        <pc:spChg chg="add del">
          <ac:chgData name="Joel W." userId="f8708d816c227c3c" providerId="LiveId" clId="{1D608B24-7B45-4E82-8ABC-A53164E511E9}" dt="2025-12-09T01:17:34.605" v="20" actId="26606"/>
          <ac:spMkLst>
            <pc:docMk/>
            <pc:sldMk cId="0" sldId="260"/>
            <ac:spMk id="15" creationId="{7449A6C7-D15F-4AA5-BFA5-71A404B47016}"/>
          </ac:spMkLst>
        </pc:spChg>
        <pc:spChg chg="add del">
          <ac:chgData name="Joel W." userId="f8708d816c227c3c" providerId="LiveId" clId="{1D608B24-7B45-4E82-8ABC-A53164E511E9}" dt="2025-12-09T01:17:34.605" v="20" actId="26606"/>
          <ac:spMkLst>
            <pc:docMk/>
            <pc:sldMk cId="0" sldId="260"/>
            <ac:spMk id="17" creationId="{ED888B23-07FA-482A-96DF-47E31AF1A603}"/>
          </ac:spMkLst>
        </pc:spChg>
        <pc:grpChg chg="add del">
          <ac:chgData name="Joel W." userId="f8708d816c227c3c" providerId="LiveId" clId="{1D608B24-7B45-4E82-8ABC-A53164E511E9}" dt="2025-12-09T01:17:34.605" v="20" actId="26606"/>
          <ac:grpSpMkLst>
            <pc:docMk/>
            <pc:sldMk cId="0" sldId="260"/>
            <ac:grpSpMk id="11" creationId="{05314994-6337-4875-8CF5-652CAFE8342C}"/>
          </ac:grpSpMkLst>
        </pc:grpChg>
        <pc:graphicFrameChg chg="add del">
          <ac:chgData name="Joel W." userId="f8708d816c227c3c" providerId="LiveId" clId="{1D608B24-7B45-4E82-8ABC-A53164E511E9}" dt="2025-12-09T01:17:34.605" v="20" actId="26606"/>
          <ac:graphicFrameMkLst>
            <pc:docMk/>
            <pc:sldMk cId="0" sldId="260"/>
            <ac:graphicFrameMk id="5" creationId="{356D1397-2FEA-FC95-8D3B-E8C434137C89}"/>
          </ac:graphicFrameMkLst>
        </pc:graphicFrameChg>
        <pc:picChg chg="add">
          <ac:chgData name="Joel W." userId="f8708d816c227c3c" providerId="LiveId" clId="{1D608B24-7B45-4E82-8ABC-A53164E511E9}" dt="2025-12-09T01:17:59.473" v="27" actId="26606"/>
          <ac:picMkLst>
            <pc:docMk/>
            <pc:sldMk cId="0" sldId="260"/>
            <ac:picMk id="7" creationId="{4A28AE91-7439-AFB2-B8A0-80588CF324CE}"/>
          </ac:picMkLst>
        </pc:picChg>
      </pc:sldChg>
      <pc:sldChg chg="del">
        <pc:chgData name="Joel W." userId="f8708d816c227c3c" providerId="LiveId" clId="{1D608B24-7B45-4E82-8ABC-A53164E511E9}" dt="2025-12-09T01:17:46.876" v="26" actId="47"/>
        <pc:sldMkLst>
          <pc:docMk/>
          <pc:sldMk cId="0" sldId="261"/>
        </pc:sldMkLst>
      </pc:sldChg>
      <pc:sldChg chg="addSp modSp mod setBg">
        <pc:chgData name="Joel W." userId="f8708d816c227c3c" providerId="LiveId" clId="{1D608B24-7B45-4E82-8ABC-A53164E511E9}" dt="2025-12-09T01:18:19.329" v="31" actId="403"/>
        <pc:sldMkLst>
          <pc:docMk/>
          <pc:sldMk cId="0" sldId="262"/>
        </pc:sldMkLst>
        <pc:spChg chg="mod">
          <ac:chgData name="Joel W." userId="f8708d816c227c3c" providerId="LiveId" clId="{1D608B24-7B45-4E82-8ABC-A53164E511E9}" dt="2025-12-09T01:18:13.752" v="28" actId="26606"/>
          <ac:spMkLst>
            <pc:docMk/>
            <pc:sldMk cId="0" sldId="262"/>
            <ac:spMk id="2" creationId="{00000000-0000-0000-0000-000000000000}"/>
          </ac:spMkLst>
        </pc:spChg>
        <pc:spChg chg="mod">
          <ac:chgData name="Joel W." userId="f8708d816c227c3c" providerId="LiveId" clId="{1D608B24-7B45-4E82-8ABC-A53164E511E9}" dt="2025-12-09T01:18:19.329" v="31" actId="403"/>
          <ac:spMkLst>
            <pc:docMk/>
            <pc:sldMk cId="0" sldId="262"/>
            <ac:spMk id="3" creationId="{00000000-0000-0000-0000-000000000000}"/>
          </ac:spMkLst>
        </pc:spChg>
        <pc:spChg chg="add">
          <ac:chgData name="Joel W." userId="f8708d816c227c3c" providerId="LiveId" clId="{1D608B24-7B45-4E82-8ABC-A53164E511E9}" dt="2025-12-09T01:18:13.752" v="28" actId="26606"/>
          <ac:spMkLst>
            <pc:docMk/>
            <pc:sldMk cId="0" sldId="262"/>
            <ac:spMk id="8" creationId="{1C799903-48D5-4A31-A1A2-541072D9771E}"/>
          </ac:spMkLst>
        </pc:spChg>
        <pc:spChg chg="add">
          <ac:chgData name="Joel W." userId="f8708d816c227c3c" providerId="LiveId" clId="{1D608B24-7B45-4E82-8ABC-A53164E511E9}" dt="2025-12-09T01:18:13.752" v="28" actId="26606"/>
          <ac:spMkLst>
            <pc:docMk/>
            <pc:sldMk cId="0" sldId="262"/>
            <ac:spMk id="10" creationId="{8EFFF109-FC58-4FD3-BE05-9775A1310F55}"/>
          </ac:spMkLst>
        </pc:spChg>
        <pc:spChg chg="add">
          <ac:chgData name="Joel W." userId="f8708d816c227c3c" providerId="LiveId" clId="{1D608B24-7B45-4E82-8ABC-A53164E511E9}" dt="2025-12-09T01:18:13.752" v="28" actId="26606"/>
          <ac:spMkLst>
            <pc:docMk/>
            <pc:sldMk cId="0" sldId="262"/>
            <ac:spMk id="12" creationId="{E1B96AD6-92A9-4273-A62B-96A1C3E0BA95}"/>
          </ac:spMkLst>
        </pc:spChg>
        <pc:spChg chg="add">
          <ac:chgData name="Joel W." userId="f8708d816c227c3c" providerId="LiveId" clId="{1D608B24-7B45-4E82-8ABC-A53164E511E9}" dt="2025-12-09T01:18:13.752" v="28" actId="26606"/>
          <ac:spMkLst>
            <pc:docMk/>
            <pc:sldMk cId="0" sldId="262"/>
            <ac:spMk id="14" creationId="{463EEC44-1BA3-44ED-81FC-A644B04B2A44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2-11T18:02:53.683" idx="1">
    <p:pos x="10" y="10"/>
    <p:text>This should probably be an overview of our methodology?</p:text>
    <p:extLst>
      <p:ext uri="{C676402C-5697-4E1C-873F-D02D1690AC5C}">
        <p15:threadingInfo xmlns:p15="http://schemas.microsoft.com/office/powerpoint/2012/main" timeZoneBias="360"/>
      </p:ext>
    </p:extLst>
  </p:cm>
</p:cmLst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01D036-DFE8-48A4-9609-7BC2CA074D37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726CCD5-5990-4B37-8027-1795F08AF4C3}">
      <dgm:prSet/>
      <dgm:spPr/>
      <dgm:t>
        <a:bodyPr/>
        <a:lstStyle/>
        <a:p>
          <a:r>
            <a:rPr lang="en-US"/>
            <a:t>Modular design: video loading, XML parsing, dataset creation, model setup.</a:t>
          </a:r>
        </a:p>
      </dgm:t>
    </dgm:pt>
    <dgm:pt modelId="{DF18765C-13E9-4E2F-B61A-638B88ECB55C}" type="parTrans" cxnId="{0FC276C9-5A4D-4069-B7DE-EEB772E6794C}">
      <dgm:prSet/>
      <dgm:spPr/>
      <dgm:t>
        <a:bodyPr/>
        <a:lstStyle/>
        <a:p>
          <a:endParaRPr lang="en-US"/>
        </a:p>
      </dgm:t>
    </dgm:pt>
    <dgm:pt modelId="{3A5A89F1-A52E-4EAE-BEF2-AA1A90614D2B}" type="sibTrans" cxnId="{0FC276C9-5A4D-4069-B7DE-EEB772E6794C}">
      <dgm:prSet/>
      <dgm:spPr/>
      <dgm:t>
        <a:bodyPr/>
        <a:lstStyle/>
        <a:p>
          <a:endParaRPr lang="en-US"/>
        </a:p>
      </dgm:t>
    </dgm:pt>
    <dgm:pt modelId="{5E7B2716-C4A6-49B0-9793-2327C2561591}">
      <dgm:prSet/>
      <dgm:spPr/>
      <dgm:t>
        <a:bodyPr/>
        <a:lstStyle/>
        <a:p>
          <a:r>
            <a:rPr lang="en-US"/>
            <a:t>Preloading videos reduces frame‑level overhead during training.</a:t>
          </a:r>
        </a:p>
      </dgm:t>
    </dgm:pt>
    <dgm:pt modelId="{A1BF6FE8-FD04-4311-8169-AF0259602B13}" type="parTrans" cxnId="{3C2CB064-AB9A-43AE-815E-69E46CEA0988}">
      <dgm:prSet/>
      <dgm:spPr/>
      <dgm:t>
        <a:bodyPr/>
        <a:lstStyle/>
        <a:p>
          <a:endParaRPr lang="en-US"/>
        </a:p>
      </dgm:t>
    </dgm:pt>
    <dgm:pt modelId="{8CBA02FB-46CA-44E2-B843-D9EE75D27D1C}" type="sibTrans" cxnId="{3C2CB064-AB9A-43AE-815E-69E46CEA0988}">
      <dgm:prSet/>
      <dgm:spPr/>
      <dgm:t>
        <a:bodyPr/>
        <a:lstStyle/>
        <a:p>
          <a:endParaRPr lang="en-US"/>
        </a:p>
      </dgm:t>
    </dgm:pt>
    <dgm:pt modelId="{75CD0F37-D60D-4AE9-8F9A-D8AEEE5F4333}">
      <dgm:prSet/>
      <dgm:spPr/>
      <dgm:t>
        <a:bodyPr/>
        <a:lstStyle/>
        <a:p>
          <a:r>
            <a:rPr lang="en-US"/>
            <a:t>Uses PyTorch’s Faster R‑CNN implementation tailored to the baseball domain.</a:t>
          </a:r>
        </a:p>
      </dgm:t>
    </dgm:pt>
    <dgm:pt modelId="{98BCF7CB-68A4-40EF-90F8-DA9030F9970D}" type="parTrans" cxnId="{BAFC848E-86B9-4A92-A285-0E66F365C8CB}">
      <dgm:prSet/>
      <dgm:spPr/>
      <dgm:t>
        <a:bodyPr/>
        <a:lstStyle/>
        <a:p>
          <a:endParaRPr lang="en-US"/>
        </a:p>
      </dgm:t>
    </dgm:pt>
    <dgm:pt modelId="{F7863D93-F65A-472E-836A-C03A12B7B533}" type="sibTrans" cxnId="{BAFC848E-86B9-4A92-A285-0E66F365C8CB}">
      <dgm:prSet/>
      <dgm:spPr/>
      <dgm:t>
        <a:bodyPr/>
        <a:lstStyle/>
        <a:p>
          <a:endParaRPr lang="en-US"/>
        </a:p>
      </dgm:t>
    </dgm:pt>
    <dgm:pt modelId="{512D85BD-6523-4F17-BE8B-F069D17EA2ED}">
      <dgm:prSet/>
      <dgm:spPr/>
      <dgm:t>
        <a:bodyPr/>
        <a:lstStyle/>
        <a:p>
          <a:r>
            <a:rPr lang="en-US"/>
            <a:t>Efficient dataset class linking videos to XML annotations.</a:t>
          </a:r>
        </a:p>
      </dgm:t>
    </dgm:pt>
    <dgm:pt modelId="{FDA436C5-49EB-4162-90DF-D4E99FA29047}" type="parTrans" cxnId="{0F96F5AC-4447-4DCB-8874-F517369CB19B}">
      <dgm:prSet/>
      <dgm:spPr/>
      <dgm:t>
        <a:bodyPr/>
        <a:lstStyle/>
        <a:p>
          <a:endParaRPr lang="en-US"/>
        </a:p>
      </dgm:t>
    </dgm:pt>
    <dgm:pt modelId="{3D985407-C09C-4583-8970-52DC29167077}" type="sibTrans" cxnId="{0F96F5AC-4447-4DCB-8874-F517369CB19B}">
      <dgm:prSet/>
      <dgm:spPr/>
      <dgm:t>
        <a:bodyPr/>
        <a:lstStyle/>
        <a:p>
          <a:endParaRPr lang="en-US"/>
        </a:p>
      </dgm:t>
    </dgm:pt>
    <dgm:pt modelId="{F99F4B1F-79AB-4110-8AEE-612B3C085F01}">
      <dgm:prSet/>
      <dgm:spPr/>
      <dgm:t>
        <a:bodyPr/>
        <a:lstStyle/>
        <a:p>
          <a:r>
            <a:rPr lang="en-US"/>
            <a:t>Correct handling of class labels and safe annotation copying.</a:t>
          </a:r>
        </a:p>
      </dgm:t>
    </dgm:pt>
    <dgm:pt modelId="{5E7E7B66-6297-4292-97AD-082C3EC19C34}" type="parTrans" cxnId="{2A486FDE-E4E6-472D-A0C3-C76F7A3188DA}">
      <dgm:prSet/>
      <dgm:spPr/>
      <dgm:t>
        <a:bodyPr/>
        <a:lstStyle/>
        <a:p>
          <a:endParaRPr lang="en-US"/>
        </a:p>
      </dgm:t>
    </dgm:pt>
    <dgm:pt modelId="{4FC8F52B-0D42-44D1-B1BC-A34FD4F458A8}" type="sibTrans" cxnId="{2A486FDE-E4E6-472D-A0C3-C76F7A3188DA}">
      <dgm:prSet/>
      <dgm:spPr/>
      <dgm:t>
        <a:bodyPr/>
        <a:lstStyle/>
        <a:p>
          <a:endParaRPr lang="en-US"/>
        </a:p>
      </dgm:t>
    </dgm:pt>
    <dgm:pt modelId="{EB4D6829-60A2-44DF-B8EA-1A031C4324BE}">
      <dgm:prSet/>
      <dgm:spPr/>
      <dgm:t>
        <a:bodyPr/>
        <a:lstStyle/>
        <a:p>
          <a:r>
            <a:rPr lang="en-US"/>
            <a:t>Improved accuracy evaluator with torch.no_grad() for efficient validation.</a:t>
          </a:r>
        </a:p>
      </dgm:t>
    </dgm:pt>
    <dgm:pt modelId="{C7B31D88-9F32-421A-BEB9-442D82C25CB7}" type="parTrans" cxnId="{668B66C4-213A-4768-8BC4-DBC30C6B43C3}">
      <dgm:prSet/>
      <dgm:spPr/>
      <dgm:t>
        <a:bodyPr/>
        <a:lstStyle/>
        <a:p>
          <a:endParaRPr lang="en-US"/>
        </a:p>
      </dgm:t>
    </dgm:pt>
    <dgm:pt modelId="{C3DCA90D-F917-48C2-99D2-56AF0DB83A42}" type="sibTrans" cxnId="{668B66C4-213A-4768-8BC4-DBC30C6B43C3}">
      <dgm:prSet/>
      <dgm:spPr/>
      <dgm:t>
        <a:bodyPr/>
        <a:lstStyle/>
        <a:p>
          <a:endParaRPr lang="en-US"/>
        </a:p>
      </dgm:t>
    </dgm:pt>
    <dgm:pt modelId="{B1E2925E-1EA8-41C5-AB81-B9BDFF9CF359}" type="pres">
      <dgm:prSet presAssocID="{BA01D036-DFE8-48A4-9609-7BC2CA074D37}" presName="diagram" presStyleCnt="0">
        <dgm:presLayoutVars>
          <dgm:dir/>
          <dgm:resizeHandles val="exact"/>
        </dgm:presLayoutVars>
      </dgm:prSet>
      <dgm:spPr/>
    </dgm:pt>
    <dgm:pt modelId="{74A92B8E-8400-4060-BD05-EAE78BE9E530}" type="pres">
      <dgm:prSet presAssocID="{8726CCD5-5990-4B37-8027-1795F08AF4C3}" presName="node" presStyleLbl="node1" presStyleIdx="0" presStyleCnt="6">
        <dgm:presLayoutVars>
          <dgm:bulletEnabled val="1"/>
        </dgm:presLayoutVars>
      </dgm:prSet>
      <dgm:spPr/>
    </dgm:pt>
    <dgm:pt modelId="{E9A37749-FCE4-46EB-8938-A55F98D0E0E4}" type="pres">
      <dgm:prSet presAssocID="{3A5A89F1-A52E-4EAE-BEF2-AA1A90614D2B}" presName="sibTrans" presStyleCnt="0"/>
      <dgm:spPr/>
    </dgm:pt>
    <dgm:pt modelId="{8F2578BF-6218-46B3-8B4B-9D762301C18B}" type="pres">
      <dgm:prSet presAssocID="{5E7B2716-C4A6-49B0-9793-2327C2561591}" presName="node" presStyleLbl="node1" presStyleIdx="1" presStyleCnt="6">
        <dgm:presLayoutVars>
          <dgm:bulletEnabled val="1"/>
        </dgm:presLayoutVars>
      </dgm:prSet>
      <dgm:spPr/>
    </dgm:pt>
    <dgm:pt modelId="{6A15DDDD-DCDD-4175-BCE8-E45F36090E14}" type="pres">
      <dgm:prSet presAssocID="{8CBA02FB-46CA-44E2-B843-D9EE75D27D1C}" presName="sibTrans" presStyleCnt="0"/>
      <dgm:spPr/>
    </dgm:pt>
    <dgm:pt modelId="{B8A4A2E4-7D49-4A8F-8F6A-57FF6C59EEFE}" type="pres">
      <dgm:prSet presAssocID="{75CD0F37-D60D-4AE9-8F9A-D8AEEE5F4333}" presName="node" presStyleLbl="node1" presStyleIdx="2" presStyleCnt="6">
        <dgm:presLayoutVars>
          <dgm:bulletEnabled val="1"/>
        </dgm:presLayoutVars>
      </dgm:prSet>
      <dgm:spPr/>
    </dgm:pt>
    <dgm:pt modelId="{4801281C-65C3-419E-9D0A-0D1B9C83E888}" type="pres">
      <dgm:prSet presAssocID="{F7863D93-F65A-472E-836A-C03A12B7B533}" presName="sibTrans" presStyleCnt="0"/>
      <dgm:spPr/>
    </dgm:pt>
    <dgm:pt modelId="{9840C98D-966A-461D-8D57-0D6D21C31824}" type="pres">
      <dgm:prSet presAssocID="{512D85BD-6523-4F17-BE8B-F069D17EA2ED}" presName="node" presStyleLbl="node1" presStyleIdx="3" presStyleCnt="6">
        <dgm:presLayoutVars>
          <dgm:bulletEnabled val="1"/>
        </dgm:presLayoutVars>
      </dgm:prSet>
      <dgm:spPr/>
    </dgm:pt>
    <dgm:pt modelId="{7D6A9B54-5040-43E0-8368-09EBDD0A3DC3}" type="pres">
      <dgm:prSet presAssocID="{3D985407-C09C-4583-8970-52DC29167077}" presName="sibTrans" presStyleCnt="0"/>
      <dgm:spPr/>
    </dgm:pt>
    <dgm:pt modelId="{EB4C8116-F6CF-46B3-8EDA-DD047E9E1617}" type="pres">
      <dgm:prSet presAssocID="{F99F4B1F-79AB-4110-8AEE-612B3C085F01}" presName="node" presStyleLbl="node1" presStyleIdx="4" presStyleCnt="6">
        <dgm:presLayoutVars>
          <dgm:bulletEnabled val="1"/>
        </dgm:presLayoutVars>
      </dgm:prSet>
      <dgm:spPr/>
    </dgm:pt>
    <dgm:pt modelId="{F6D9E4F8-2739-44B4-8602-67F6B426781C}" type="pres">
      <dgm:prSet presAssocID="{4FC8F52B-0D42-44D1-B1BC-A34FD4F458A8}" presName="sibTrans" presStyleCnt="0"/>
      <dgm:spPr/>
    </dgm:pt>
    <dgm:pt modelId="{D6B5A8BE-AE87-4959-971F-334969728754}" type="pres">
      <dgm:prSet presAssocID="{EB4D6829-60A2-44DF-B8EA-1A031C4324BE}" presName="node" presStyleLbl="node1" presStyleIdx="5" presStyleCnt="6">
        <dgm:presLayoutVars>
          <dgm:bulletEnabled val="1"/>
        </dgm:presLayoutVars>
      </dgm:prSet>
      <dgm:spPr/>
    </dgm:pt>
  </dgm:ptLst>
  <dgm:cxnLst>
    <dgm:cxn modelId="{09F86B02-2AD8-4F9F-B84D-FDDD0EE63182}" type="presOf" srcId="{EB4D6829-60A2-44DF-B8EA-1A031C4324BE}" destId="{D6B5A8BE-AE87-4959-971F-334969728754}" srcOrd="0" destOrd="0" presId="urn:microsoft.com/office/officeart/2005/8/layout/default"/>
    <dgm:cxn modelId="{87D9742A-120B-4B51-B92D-D0179F438B84}" type="presOf" srcId="{512D85BD-6523-4F17-BE8B-F069D17EA2ED}" destId="{9840C98D-966A-461D-8D57-0D6D21C31824}" srcOrd="0" destOrd="0" presId="urn:microsoft.com/office/officeart/2005/8/layout/default"/>
    <dgm:cxn modelId="{3C2CB064-AB9A-43AE-815E-69E46CEA0988}" srcId="{BA01D036-DFE8-48A4-9609-7BC2CA074D37}" destId="{5E7B2716-C4A6-49B0-9793-2327C2561591}" srcOrd="1" destOrd="0" parTransId="{A1BF6FE8-FD04-4311-8169-AF0259602B13}" sibTransId="{8CBA02FB-46CA-44E2-B843-D9EE75D27D1C}"/>
    <dgm:cxn modelId="{1576CE71-0D8A-4CAE-8E65-4155DC29DC4F}" type="presOf" srcId="{F99F4B1F-79AB-4110-8AEE-612B3C085F01}" destId="{EB4C8116-F6CF-46B3-8EDA-DD047E9E1617}" srcOrd="0" destOrd="0" presId="urn:microsoft.com/office/officeart/2005/8/layout/default"/>
    <dgm:cxn modelId="{C712147A-2616-4171-B8E4-51148B045CFD}" type="presOf" srcId="{BA01D036-DFE8-48A4-9609-7BC2CA074D37}" destId="{B1E2925E-1EA8-41C5-AB81-B9BDFF9CF359}" srcOrd="0" destOrd="0" presId="urn:microsoft.com/office/officeart/2005/8/layout/default"/>
    <dgm:cxn modelId="{27DC5785-D929-435F-BCAD-DCAB7AD76013}" type="presOf" srcId="{75CD0F37-D60D-4AE9-8F9A-D8AEEE5F4333}" destId="{B8A4A2E4-7D49-4A8F-8F6A-57FF6C59EEFE}" srcOrd="0" destOrd="0" presId="urn:microsoft.com/office/officeart/2005/8/layout/default"/>
    <dgm:cxn modelId="{BAFC848E-86B9-4A92-A285-0E66F365C8CB}" srcId="{BA01D036-DFE8-48A4-9609-7BC2CA074D37}" destId="{75CD0F37-D60D-4AE9-8F9A-D8AEEE5F4333}" srcOrd="2" destOrd="0" parTransId="{98BCF7CB-68A4-40EF-90F8-DA9030F9970D}" sibTransId="{F7863D93-F65A-472E-836A-C03A12B7B533}"/>
    <dgm:cxn modelId="{0F96F5AC-4447-4DCB-8874-F517369CB19B}" srcId="{BA01D036-DFE8-48A4-9609-7BC2CA074D37}" destId="{512D85BD-6523-4F17-BE8B-F069D17EA2ED}" srcOrd="3" destOrd="0" parTransId="{FDA436C5-49EB-4162-90DF-D4E99FA29047}" sibTransId="{3D985407-C09C-4583-8970-52DC29167077}"/>
    <dgm:cxn modelId="{77BB77AE-4BE7-493B-A3B1-5A1032261E78}" type="presOf" srcId="{8726CCD5-5990-4B37-8027-1795F08AF4C3}" destId="{74A92B8E-8400-4060-BD05-EAE78BE9E530}" srcOrd="0" destOrd="0" presId="urn:microsoft.com/office/officeart/2005/8/layout/default"/>
    <dgm:cxn modelId="{668B66C4-213A-4768-8BC4-DBC30C6B43C3}" srcId="{BA01D036-DFE8-48A4-9609-7BC2CA074D37}" destId="{EB4D6829-60A2-44DF-B8EA-1A031C4324BE}" srcOrd="5" destOrd="0" parTransId="{C7B31D88-9F32-421A-BEB9-442D82C25CB7}" sibTransId="{C3DCA90D-F917-48C2-99D2-56AF0DB83A42}"/>
    <dgm:cxn modelId="{0FC276C9-5A4D-4069-B7DE-EEB772E6794C}" srcId="{BA01D036-DFE8-48A4-9609-7BC2CA074D37}" destId="{8726CCD5-5990-4B37-8027-1795F08AF4C3}" srcOrd="0" destOrd="0" parTransId="{DF18765C-13E9-4E2F-B61A-638B88ECB55C}" sibTransId="{3A5A89F1-A52E-4EAE-BEF2-AA1A90614D2B}"/>
    <dgm:cxn modelId="{907C86CB-0113-40A0-B0EE-219B207F1688}" type="presOf" srcId="{5E7B2716-C4A6-49B0-9793-2327C2561591}" destId="{8F2578BF-6218-46B3-8B4B-9D762301C18B}" srcOrd="0" destOrd="0" presId="urn:microsoft.com/office/officeart/2005/8/layout/default"/>
    <dgm:cxn modelId="{2A486FDE-E4E6-472D-A0C3-C76F7A3188DA}" srcId="{BA01D036-DFE8-48A4-9609-7BC2CA074D37}" destId="{F99F4B1F-79AB-4110-8AEE-612B3C085F01}" srcOrd="4" destOrd="0" parTransId="{5E7E7B66-6297-4292-97AD-082C3EC19C34}" sibTransId="{4FC8F52B-0D42-44D1-B1BC-A34FD4F458A8}"/>
    <dgm:cxn modelId="{CB456FE1-FD70-4D6A-80F8-9A8B69D5FC57}" type="presParOf" srcId="{B1E2925E-1EA8-41C5-AB81-B9BDFF9CF359}" destId="{74A92B8E-8400-4060-BD05-EAE78BE9E530}" srcOrd="0" destOrd="0" presId="urn:microsoft.com/office/officeart/2005/8/layout/default"/>
    <dgm:cxn modelId="{51638F29-F455-4D5E-9119-30A047D5E837}" type="presParOf" srcId="{B1E2925E-1EA8-41C5-AB81-B9BDFF9CF359}" destId="{E9A37749-FCE4-46EB-8938-A55F98D0E0E4}" srcOrd="1" destOrd="0" presId="urn:microsoft.com/office/officeart/2005/8/layout/default"/>
    <dgm:cxn modelId="{4F3E0637-E741-4F2D-9750-F397B559A09E}" type="presParOf" srcId="{B1E2925E-1EA8-41C5-AB81-B9BDFF9CF359}" destId="{8F2578BF-6218-46B3-8B4B-9D762301C18B}" srcOrd="2" destOrd="0" presId="urn:microsoft.com/office/officeart/2005/8/layout/default"/>
    <dgm:cxn modelId="{AD256446-F8FA-4769-BF99-88F48EF62BFB}" type="presParOf" srcId="{B1E2925E-1EA8-41C5-AB81-B9BDFF9CF359}" destId="{6A15DDDD-DCDD-4175-BCE8-E45F36090E14}" srcOrd="3" destOrd="0" presId="urn:microsoft.com/office/officeart/2005/8/layout/default"/>
    <dgm:cxn modelId="{8B398169-8E73-4DF9-898C-05998B436BB1}" type="presParOf" srcId="{B1E2925E-1EA8-41C5-AB81-B9BDFF9CF359}" destId="{B8A4A2E4-7D49-4A8F-8F6A-57FF6C59EEFE}" srcOrd="4" destOrd="0" presId="urn:microsoft.com/office/officeart/2005/8/layout/default"/>
    <dgm:cxn modelId="{50DF8155-55C9-48FF-BE8E-E04C267F43E3}" type="presParOf" srcId="{B1E2925E-1EA8-41C5-AB81-B9BDFF9CF359}" destId="{4801281C-65C3-419E-9D0A-0D1B9C83E888}" srcOrd="5" destOrd="0" presId="urn:microsoft.com/office/officeart/2005/8/layout/default"/>
    <dgm:cxn modelId="{364FA0D7-34AD-4829-9536-F636EFA16B6E}" type="presParOf" srcId="{B1E2925E-1EA8-41C5-AB81-B9BDFF9CF359}" destId="{9840C98D-966A-461D-8D57-0D6D21C31824}" srcOrd="6" destOrd="0" presId="urn:microsoft.com/office/officeart/2005/8/layout/default"/>
    <dgm:cxn modelId="{FDF58801-07FD-4F93-B798-0A995EC37DF1}" type="presParOf" srcId="{B1E2925E-1EA8-41C5-AB81-B9BDFF9CF359}" destId="{7D6A9B54-5040-43E0-8368-09EBDD0A3DC3}" srcOrd="7" destOrd="0" presId="urn:microsoft.com/office/officeart/2005/8/layout/default"/>
    <dgm:cxn modelId="{69CC44E5-B02A-4AC3-8320-448FE55EFBDA}" type="presParOf" srcId="{B1E2925E-1EA8-41C5-AB81-B9BDFF9CF359}" destId="{EB4C8116-F6CF-46B3-8EDA-DD047E9E1617}" srcOrd="8" destOrd="0" presId="urn:microsoft.com/office/officeart/2005/8/layout/default"/>
    <dgm:cxn modelId="{EFC99B8C-5404-440E-ABE2-7531F6E421A9}" type="presParOf" srcId="{B1E2925E-1EA8-41C5-AB81-B9BDFF9CF359}" destId="{F6D9E4F8-2739-44B4-8602-67F6B426781C}" srcOrd="9" destOrd="0" presId="urn:microsoft.com/office/officeart/2005/8/layout/default"/>
    <dgm:cxn modelId="{0D045A75-CF83-496F-95CE-FF0253A54A11}" type="presParOf" srcId="{B1E2925E-1EA8-41C5-AB81-B9BDFF9CF359}" destId="{D6B5A8BE-AE87-4959-971F-334969728754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A92B8E-8400-4060-BD05-EAE78BE9E530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Modular design: video loading, XML parsing, dataset creation, model setup.</a:t>
          </a:r>
        </a:p>
      </dsp:txBody>
      <dsp:txXfrm>
        <a:off x="0" y="573683"/>
        <a:ext cx="2464593" cy="1478756"/>
      </dsp:txXfrm>
    </dsp:sp>
    <dsp:sp modelId="{8F2578BF-6218-46B3-8B4B-9D762301C18B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2">
            <a:hueOff val="936304"/>
            <a:satOff val="-1168"/>
            <a:lumOff val="27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Preloading videos reduces frame‑level overhead during training.</a:t>
          </a:r>
        </a:p>
      </dsp:txBody>
      <dsp:txXfrm>
        <a:off x="2711053" y="573683"/>
        <a:ext cx="2464593" cy="1478756"/>
      </dsp:txXfrm>
    </dsp:sp>
    <dsp:sp modelId="{B8A4A2E4-7D49-4A8F-8F6A-57FF6C59EEFE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2">
            <a:hueOff val="1872608"/>
            <a:satOff val="-2336"/>
            <a:lumOff val="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Uses PyTorch’s Faster R‑CNN implementation tailored to the baseball domain.</a:t>
          </a:r>
        </a:p>
      </dsp:txBody>
      <dsp:txXfrm>
        <a:off x="5422106" y="573683"/>
        <a:ext cx="2464593" cy="1478756"/>
      </dsp:txXfrm>
    </dsp:sp>
    <dsp:sp modelId="{9840C98D-966A-461D-8D57-0D6D21C31824}">
      <dsp:nvSpPr>
        <dsp:cNvPr id="0" name=""/>
        <dsp:cNvSpPr/>
      </dsp:nvSpPr>
      <dsp:spPr>
        <a:xfrm>
          <a:off x="0" y="2298898"/>
          <a:ext cx="2464593" cy="1478756"/>
        </a:xfrm>
        <a:prstGeom prst="rect">
          <a:avLst/>
        </a:prstGeom>
        <a:solidFill>
          <a:schemeClr val="accent2">
            <a:hueOff val="2808911"/>
            <a:satOff val="-3503"/>
            <a:lumOff val="82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Efficient dataset class linking videos to XML annotations.</a:t>
          </a:r>
        </a:p>
      </dsp:txBody>
      <dsp:txXfrm>
        <a:off x="0" y="2298898"/>
        <a:ext cx="2464593" cy="1478756"/>
      </dsp:txXfrm>
    </dsp:sp>
    <dsp:sp modelId="{EB4C8116-F6CF-46B3-8EDA-DD047E9E1617}">
      <dsp:nvSpPr>
        <dsp:cNvPr id="0" name=""/>
        <dsp:cNvSpPr/>
      </dsp:nvSpPr>
      <dsp:spPr>
        <a:xfrm>
          <a:off x="2711053" y="2298898"/>
          <a:ext cx="2464593" cy="1478756"/>
        </a:xfrm>
        <a:prstGeom prst="rect">
          <a:avLst/>
        </a:prstGeom>
        <a:solidFill>
          <a:schemeClr val="accent2">
            <a:hueOff val="3745215"/>
            <a:satOff val="-4671"/>
            <a:lumOff val="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Correct handling of class labels and safe annotation copying.</a:t>
          </a:r>
        </a:p>
      </dsp:txBody>
      <dsp:txXfrm>
        <a:off x="2711053" y="2298898"/>
        <a:ext cx="2464593" cy="1478756"/>
      </dsp:txXfrm>
    </dsp:sp>
    <dsp:sp modelId="{D6B5A8BE-AE87-4959-971F-334969728754}">
      <dsp:nvSpPr>
        <dsp:cNvPr id="0" name=""/>
        <dsp:cNvSpPr/>
      </dsp:nvSpPr>
      <dsp:spPr>
        <a:xfrm>
          <a:off x="5422106" y="2298898"/>
          <a:ext cx="2464593" cy="1478756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Improved accuracy evaluator with torch.no_grad() for efficient validation.</a:t>
          </a:r>
        </a:p>
      </dsp:txBody>
      <dsp:txXfrm>
        <a:off x="5422106" y="2298898"/>
        <a:ext cx="2464593" cy="14787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atting a baseball">
            <a:extLst>
              <a:ext uri="{FF2B5EF4-FFF2-40B4-BE49-F238E27FC236}">
                <a16:creationId xmlns:a16="http://schemas.microsoft.com/office/drawing/2014/main" id="{F7E26319-2089-C08A-1D62-89EC98CBEAD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710" b="-1"/>
          <a:stretch>
            <a:fillRect/>
          </a:stretch>
        </p:blipFill>
        <p:spPr>
          <a:xfrm>
            <a:off x="20" y="-7619"/>
            <a:ext cx="9143979" cy="6887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4D60F200-5EB0-B223-2439-C96C67F0FE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539219" y="271092"/>
            <a:ext cx="4065561" cy="9144000"/>
          </a:xfrm>
          <a:prstGeom prst="rect">
            <a:avLst/>
          </a:prstGeom>
          <a:gradFill flip="none" rotWithShape="1">
            <a:gsLst>
              <a:gs pos="17000">
                <a:srgbClr val="000000">
                  <a:alpha val="59000"/>
                </a:srgbClr>
              </a:gs>
              <a:gs pos="100000">
                <a:srgbClr val="000000">
                  <a:alpha val="0"/>
                </a:srgb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2CB243-67C5-E304-31A0-4D7D607BAF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714594" y="623125"/>
            <a:ext cx="3067943" cy="1806455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51000">
                <a:schemeClr val="accent2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A95761-C93E-94BF-087D-D2A823789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-7794" y="4172881"/>
            <a:ext cx="5366057" cy="2702991"/>
          </a:xfrm>
          <a:prstGeom prst="rect">
            <a:avLst/>
          </a:prstGeom>
          <a:gradFill flip="none" rotWithShape="1">
            <a:gsLst>
              <a:gs pos="0">
                <a:schemeClr val="accent5"/>
              </a:gs>
              <a:gs pos="52000">
                <a:schemeClr val="accent2">
                  <a:alpha val="0"/>
                </a:schemeClr>
              </a:gs>
            </a:gsLst>
            <a:lin ang="4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4271" y="1936866"/>
            <a:ext cx="3636783" cy="2839273"/>
          </a:xfrm>
        </p:spPr>
        <p:txBody>
          <a:bodyPr>
            <a:normAutofit/>
          </a:bodyPr>
          <a:lstStyle/>
          <a:p>
            <a:pPr algn="l"/>
            <a:r>
              <a:rPr lang="en-US" sz="3100">
                <a:solidFill>
                  <a:srgbClr val="FFFFFF"/>
                </a:solidFill>
              </a:rPr>
              <a:t>Baseball Video Detection Pipeline</a:t>
            </a:r>
          </a:p>
          <a:p>
            <a:pPr algn="l"/>
            <a:r>
              <a:rPr lang="en-US" sz="3100">
                <a:solidFill>
                  <a:srgbClr val="FFFFFF"/>
                </a:solidFill>
              </a:rPr>
              <a:t>Strengths &amp; Improvements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63D1A5-FD49-4756-F62E-786C34E63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05052" y="-7619"/>
            <a:ext cx="746740" cy="6918113"/>
          </a:xfrm>
          <a:prstGeom prst="rect">
            <a:avLst/>
          </a:prstGeom>
          <a:gradFill flip="none" rotWithShape="1">
            <a:gsLst>
              <a:gs pos="0">
                <a:schemeClr val="accent5">
                  <a:alpha val="68000"/>
                </a:schemeClr>
              </a:gs>
              <a:gs pos="37000">
                <a:schemeClr val="accent5">
                  <a:alpha val="0"/>
                </a:schemeClr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4129BCD1-513E-4320-B37C-8E2F2DCDA6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2743200"/>
            <a:ext cx="3485179" cy="3613149"/>
          </a:xfrm>
        </p:spPr>
        <p:txBody>
          <a:bodyPr anchor="ctr">
            <a:normAutofit/>
          </a:bodyPr>
          <a:lstStyle/>
          <a:p>
            <a:r>
              <a:rPr lang="en-US" sz="1700"/>
              <a:t>This presentation summarizes the strengths and improvement areas of the baseball video detection pipeline, which uses Faster R‑CNN for detecting moving vs. non‑moving objects in baseball footage.</a:t>
            </a:r>
          </a:p>
        </p:txBody>
      </p:sp>
      <p:pic>
        <p:nvPicPr>
          <p:cNvPr id="5" name="Picture 4" descr="Baseball on home plate">
            <a:extLst>
              <a:ext uri="{FF2B5EF4-FFF2-40B4-BE49-F238E27FC236}">
                <a16:creationId xmlns:a16="http://schemas.microsoft.com/office/drawing/2014/main" id="{AE906434-1EE2-040D-8EF0-8B76C64B125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363" r="24413" b="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49B5-398D-4080-B733-D1C079C93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74E73-B057-47BB-B693-E20D2F4BD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ResNet-50 is a deep Convolutional Neural Network created by Microsoft in 2015</a:t>
            </a:r>
          </a:p>
          <a:p>
            <a:r>
              <a:rPr lang="en-US" sz="2400" dirty="0"/>
              <a:t>Uses residual connections to learn residual functions that map the input and desired output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A84D8AF-AFF0-4F7A-9893-1D2D4DC4E5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38250" y="4430712"/>
            <a:ext cx="66675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33015C-9EA6-4083-AB69-64F93983C1FD}"/>
              </a:ext>
            </a:extLst>
          </p:cNvPr>
          <p:cNvSpPr txBox="1"/>
          <p:nvPr/>
        </p:nvSpPr>
        <p:spPr>
          <a:xfrm>
            <a:off x="297180" y="6423660"/>
            <a:ext cx="17716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(Kundu, 2023)</a:t>
            </a:r>
          </a:p>
        </p:txBody>
      </p:sp>
    </p:spTree>
    <p:extLst>
      <p:ext uri="{BB962C8B-B14F-4D97-AF65-F5344CB8AC3E}">
        <p14:creationId xmlns:p14="http://schemas.microsoft.com/office/powerpoint/2010/main" val="25990221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Key Strengths of the Pipeline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3" name="Content Placeholder 2">
            <a:extLst>
              <a:ext uri="{FF2B5EF4-FFF2-40B4-BE49-F238E27FC236}">
                <a16:creationId xmlns:a16="http://schemas.microsoft.com/office/drawing/2014/main" id="{7123F556-5EBF-E4F9-0746-32AB594609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0489260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0699" y="687480"/>
            <a:ext cx="5605629" cy="994172"/>
          </a:xfrm>
        </p:spPr>
        <p:txBody>
          <a:bodyPr>
            <a:normAutofit/>
          </a:bodyPr>
          <a:lstStyle/>
          <a:p>
            <a:r>
              <a:rPr lang="en-US" sz="3850"/>
              <a:t>Areas for Improvement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2321" y="2227943"/>
            <a:ext cx="5033221" cy="378822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 sz="1800"/>
          </a:p>
          <a:p>
            <a:pPr lvl="1">
              <a:lnSpc>
                <a:spcPct val="90000"/>
              </a:lnSpc>
            </a:pPr>
            <a:r>
              <a:rPr lang="en-US" sz="1800"/>
              <a:t>Add data augmentation to improve generalization.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Strengthen frame–annotation alignment to prevent indexing drift.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Consider pretrained backbones to reduce training time.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Expand evaluation metrics beyond binary accuracy (add IoU, mAP, recall).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Improve memory efficiency for larger datasets.</a:t>
            </a:r>
          </a:p>
          <a:p>
            <a:pPr lvl="1">
              <a:lnSpc>
                <a:spcPct val="90000"/>
              </a:lnSpc>
            </a:pPr>
            <a:r>
              <a:rPr lang="en-US" sz="1800"/>
              <a:t>Externalize hyperparameters into a configuration file.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A309A7-1751-4ABE-A3C1-EEC40366A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9435" y="0"/>
            <a:ext cx="1954565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67D8EB6-EAE1-4F9C-B398-83321E28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29567" y="2369132"/>
            <a:ext cx="2119736" cy="2119736"/>
          </a:xfrm>
          <a:prstGeom prst="ellipse">
            <a:avLst/>
          </a:prstGeom>
          <a:solidFill>
            <a:srgbClr val="FFFFFF"/>
          </a:solidFill>
          <a:ln w="222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pic>
        <p:nvPicPr>
          <p:cNvPr id="7" name="Graphic 6" descr="Bar chart">
            <a:extLst>
              <a:ext uri="{FF2B5EF4-FFF2-40B4-BE49-F238E27FC236}">
                <a16:creationId xmlns:a16="http://schemas.microsoft.com/office/drawing/2014/main" id="{4A28AE91-7439-AFB2-B8A0-80588CF324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4964" y="2865141"/>
            <a:ext cx="1143455" cy="11434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799903-48D5-4A31-A1A2-541072D97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8EFFF109-FC58-4FD3-BE05-9775A1310F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14166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6E6E6"/>
            </a:solidFill>
          </a:ln>
          <a:effectLst>
            <a:outerShdw blurRad="508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E1B96AD6-92A9-4273-A62B-96A1C3E0BA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08608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6344" y="1161288"/>
            <a:ext cx="2702052" cy="4526280"/>
          </a:xfrm>
        </p:spPr>
        <p:txBody>
          <a:bodyPr>
            <a:normAutofit/>
          </a:bodyPr>
          <a:lstStyle/>
          <a:p>
            <a:r>
              <a:rPr lang="en-US" sz="3500"/>
              <a:t>Conclusion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102049"/>
            <a:ext cx="96012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75611" y="932688"/>
            <a:ext cx="4437453" cy="4992624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 pipeline is well‑engineered, modular, and ready for research use. Enhancements—such as better metrics, pretrained models, augmentation, and scalability—will further strengthen its performance and applicability.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E88BA-37DB-4666-8639-5D2E8B534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 Cited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C0494-104D-4F21-973C-E2187B0A6F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400" dirty="0">
                <a:effectLst/>
              </a:rPr>
              <a:t>Kundu, N. (2023, January 1). </a:t>
            </a:r>
            <a:r>
              <a:rPr lang="en-US" sz="1400" i="1" dirty="0">
                <a:effectLst/>
              </a:rPr>
              <a:t>Exploring Resnet50: An in-depth look at the model architecture and code implementation | by Nitish Kundu | Medium</a:t>
            </a:r>
            <a:r>
              <a:rPr lang="en-US" sz="1400" dirty="0">
                <a:effectLst/>
              </a:rPr>
              <a:t>. Exploring ResNet50: An In-Depth Look at the Model Architecture and Code Implementation. https://medium.com/@nitishkundu1993/exploring-resnet50-an-in-depth-look-at-the-model-architecture-and-code-implementation-d8d8fa67e46f </a:t>
            </a:r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47865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</TotalTime>
  <Words>301</Words>
  <Application>Microsoft Office PowerPoint</Application>
  <PresentationFormat>On-screen Show (4:3)</PresentationFormat>
  <Paragraphs>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Baseball Video Detection Pipeline Strengths &amp; Improvements</vt:lpstr>
      <vt:lpstr>Overview</vt:lpstr>
      <vt:lpstr>Model Architecture</vt:lpstr>
      <vt:lpstr>Key Strengths of the Pipeline</vt:lpstr>
      <vt:lpstr>Areas for Improvement</vt:lpstr>
      <vt:lpstr>Conclusion</vt:lpstr>
      <vt:lpstr>Works Cited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Baseball Video Detection Pipeline Strengths &amp; Improvements</dc:title>
  <dc:subject/>
  <dc:creator/>
  <cp:keywords/>
  <dc:description>generated using python-pptx</dc:description>
  <cp:lastModifiedBy>Glen Williams</cp:lastModifiedBy>
  <cp:revision>6</cp:revision>
  <dcterms:created xsi:type="dcterms:W3CDTF">2013-01-27T09:14:16Z</dcterms:created>
  <dcterms:modified xsi:type="dcterms:W3CDTF">2025-12-12T01:26:20Z</dcterms:modified>
  <cp:category/>
</cp:coreProperties>
</file>